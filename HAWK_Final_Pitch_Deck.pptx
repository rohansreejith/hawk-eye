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188720"/>
            <a:ext cx="889985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1737360"/>
            <a:ext cx="780257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  <a:latin typeface="Segoe UI"/>
              </a:defRPr>
            </a:pPr>
            <a:r>
              <a:t>HAWK</a:t>
            </a:r>
          </a:p>
          <a:p>
            <a:pPr algn="ctr">
              <a:spcAft>
                <a:spcPts val="2000"/>
              </a:spcAft>
              <a:defRPr sz="1900" b="1">
                <a:solidFill>
                  <a:srgbClr val="2563EB"/>
                </a:solidFill>
                <a:latin typeface="Segoe UI"/>
              </a:defRPr>
            </a:pPr>
            <a:r>
              <a:t>Autonomous Multi-Agent Industrial Safety &amp; Hazard Anticipation Network</a:t>
            </a:r>
          </a:p>
          <a:p>
            <a:pPr algn="ctr">
              <a:spcAft>
                <a:spcPts val="28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Transforming Passive CCTV into Active, Proactive Life-Saving Intervention</a:t>
            </a:r>
          </a:p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Hack-Eye Team Pitch  |  Final Product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 / PROBLEM &amp; TARGET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Preventable Crisis in Industrial Workplace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Who is hurt, why today's systems fail, and the catastrophic scale of the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The Target User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HSE Officers &amp; Industrial Site Supervisors managing fast-paced construction yards and high-bay warehouses.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Floor Workers &amp; Equipment Operators sharing tight, high-risk aisle corridors daily.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Constantly overwhelmed: responsible for sprawling facilities with dozens of blind corners and fast-moving machinery.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Facing severe cognitive overload from monitoring multiple disjointed safety protocols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The Core Problem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Lagging &amp; Reactive: Accidents unfold in 2–3 seconds, while conventional detection happens only after the collision.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Critical Blindspots: Single cameras cannot see around racking walls or door thresholds.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Noisy, Distracted Floors: Workers cannot hear approaching forklifts over ambient machinery racket.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Zero Active Interlock: Current cameras observe disasters unfold but have zero mechanism to physically intervene or warn.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Why It Matters (Scale &amp; Today)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11,614+ Fatalities in India annually — averaging 38 preventable workplace deaths every single day.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1,000+ Incidents &amp; ~400 Fatalities in the US annually across warehousing &amp; material handling (OSHA).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How they deal with it today: Clipboards, manual walkthrough audits, and passive CCTV forensic review after someone is injured.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Enormous Human &amp; Financial Cost: Billions lost in downtime, worker compensation, and regulatory penalties.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 / VALIDATION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Testing Key Assumptions &amp; Our Critical 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Evidence gathered from real-time testing and how it reshaped our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8464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4456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Assumptions Tested &amp; Observations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Assumption 1: Can computer vision alone running in the cloud keep industrial workers safe?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Testing: Simulated synchronized multi-camera warehouse feeds with fast-moving forklifts and pedestrian crossings.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Observation: Centralized cloud screens are useless for active floor safety — a supervisor sitting at a desk cannot react in 2 seconds.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Observation: Latency kills. Sending frames to external cloud APIs took 1.5s–3s, meaning the collision occurred before the alert rendered.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Measurement: Single-camera detection fails at doorway handoffs — hazards originate outside camera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8464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4456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What We Learned &amp; The Strategic Pivot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Initial Idea (Abandoned): Pure passive AI dashboard that generated incident logs and post-event summaries.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The Pivot (What We Built): Distributed Multi-Agent Network pairing edge vision with physical on-site intervention.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Pivot 1: Localized Physical Kiosks — Instant strobe lights and targeted voice directives right at the blind corner doorway.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Pivot 2: Autonomous Machine Interlocks — Directly trigger forklift deceleration and emergency braking before impact.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Pivot 3: Supervisor Mobile Terminal — Native push notifications with live evidence streaming directly into the supervisor's 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 / THE HAWK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HAWK: Proactive Multi-Agent Safety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Shifting industrial safety from post-incident analysis to autonomous pre-incident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What HAWK Is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An Autonomous Multi-Agent Industrial Safety Ecosystem bridging perception, physical reaction, and forensics.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Multi-Camera Mesh: Seamlessly tracks entities across non-overlapping views (e.g., Exterior Yard to Interior Corridor).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Edge-Speed Inference: Sub-50ms local computer vision models detecting PPE, vehicle speed, and trajectory convergence.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End-to-End Coverage: Active across pedestrian proximity, machinery transit, blind doorways, and thermal fire threats.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Core Value Delivered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3–4 Second Predictive Window: Anticipates trajectory conflicts before physical line-of-sight is established.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Zero Human Bottleneck: Automated localized voice sirens and forklift deceleration without waiting for human clicks.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Mobile Empowerment: Supervisors receive prioritized incident dispatches with forensic clips wherever they walk on site.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Automated OSHA Compliance: Instantly generates regulatory root-cause reports, eliminating hours of paperwork.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Why HAWK Wins Over Alternatives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Vs. Traditional CCTV: Passive CCTV only documents how someone got hurt; HAWK halts the vehicle before impact.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Vs. Cloud AI Dashboards: Zero cloud round-trip delay; operates autonomously on edge hardware even during internet dropouts.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Vs. Wearable RF Tags: Requires zero expensive battery-powered worker tags; utilizes ubiquitous optical infrastructure.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100% Actionable: Combines acoustic warning, machine intervention, mobile alert, and legal compliance in one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 / WHAT WE BUILT DURING THE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Full-Stack System Architecture &amp; Real-World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complete, functional multi-agent prototype with live edge inference, desktop command, and mobile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Core Components Built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Multi-Camera Vision Engine: Dual-stream MJPEG real-time tracking with YOLO PPE &amp; machinery detection.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HAWK Central Command: Real-time dashboard with zone heatmaps, siren dispatch, live notifications, and incident telemetry.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Supervisor Mobile App: React Native / Expo mobile application receiving instant push dispatches and live camera streams.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Safety Kiosk &amp; Interlock Simulator: Real-time audio siren, speech synthesis, and emergency brake actuator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Technical Choices &amp; Challenges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Decoupled WebSocket Mesh: Asynchronous event engine distributing state across web, mobile, and kiosk in &lt; 20ms.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Cross-Camera Spatial Tracking: Correlating entities between Camera 1 (outside) and Camera 2 (inside) without ID jitter.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Dynamic Multi-Agent Telemetry: Perception, Risk, and Response agents collaborating to compute Time-to-Collision.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Automated LLM Forensics: Integrated Ollama / Analyst Agent generating incident-specific OSHA 1910 root-cause investigations.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Functional vs. Simulated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100% Functional Today: Real-time dual camera vision inference, mobile push dispatches, sound alarms, telemetry, and forensic generation.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Simulated Video Feeds: Industrial footage sourced from NVIDIA Omniverse synthetic industrial twin environments.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Simulated Interlock: CAN-bus forklift mechanical actuator simulated via state protocol rather than physical forklift solenoid.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Scope Realism: Demonstrated 5 critical site scenarios today out of 10,000+ potential real-world edge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05 / RESULTS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What We Demonstrated &amp; The Path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Proven viability, remaining challenges, and next milestones for commercial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Proven So Far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Anticipatory Safety is Viable: Successfully predicted collision vectors 3.5s before blind intersection entry.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Multi-Channel Warning Works: Synchronous trigger of zone kiosk speaker, forklift brake, and supervisor phone.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Scenario-Specific Forensics: Dynamic OSHA regulation mapping proven across PPE, Near-Miss, Crash, and Fire.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Sub-100ms Perception-to-Action loop executed reliably on consumer-grade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Remaining Uncertainties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Harsh Environmental Conditions: Performance under heavy dust, lens smudges, low lighting, and heavy rain outdoors.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Legacy Forklift Integration: Interfacing with heterogeneous machinery (hydraulic vs. electronic drive-by-wire).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Network Resilience: Ensuring zero-latency mesh communication across massive steel-framed warehouse structures.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Worker Alarm Fatigue: Balancing threshold sensitivity to prevent desensitization to proximity warnings.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94560"/>
            <a:ext cx="2688336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If We Had Another Week &amp; Prod Needs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Next Week: Deploy on real RTSP IP cameras at an active local loading dock; test physical CAN-bus relay.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Next Week: Multi-zone geofencing supporting 10+ simultaneous camera angles and automated shift handover reports.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What Needs to Be True: Dedicated edge hardware (NVIDIA Jetson / On-Prem NVR) for zero external internet reliance.</a:t>
            </a:r>
          </a:p>
          <a:p>
            <a:pPr>
              <a:lnSpc>
                <a:spcPct val="118000"/>
              </a:lnSpc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What Needs to Be True: Certification under OSHA and ISO 13849 functional safety standards for industrial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645920"/>
            <a:ext cx="8168335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61969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LIVE SYSTEM DEMONSTRATION</a:t>
            </a:r>
          </a:p>
          <a:p>
            <a:pPr algn="ctr">
              <a:spcAft>
                <a:spcPts val="1600"/>
              </a:spcAft>
              <a:defRPr sz="4000" b="1">
                <a:solidFill>
                  <a:srgbClr val="1E3A8A"/>
                </a:solidFill>
                <a:latin typeface="Segoe UI"/>
              </a:defRPr>
            </a:pPr>
            <a:r>
              <a:t>Moving on to Product Demo</a:t>
            </a:r>
          </a:p>
          <a:p>
            <a:pPr algn="ctr">
              <a:defRPr sz="1300">
                <a:solidFill>
                  <a:srgbClr val="64748B"/>
                </a:solidFill>
                <a:latin typeface="Segoe UI"/>
              </a:defRPr>
            </a:pPr>
            <a:r>
              <a:t>5-Minute Live Walkthrough: Dual-Camera Spatial Mesh  •  Supervisor Mobile App  •  Autonomous Interlocks  •  LLM Forensics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